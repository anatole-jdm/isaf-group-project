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presenter opens. Do not read the title aloud. Say: we were asked to build a scoring model and recommend whether to deploy it. Our recommendation is not to deploy any of the three, and the analysis says why across all four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deliverable honestly. The recommendation is negative and we reached it through the four dimensions, not by picking the lowest AUC.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why not a random split: officers persist across years, so a random split puts the same officer's 2017 behaviour in both train and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most important conceptual slide. Selective labels is why we spend the next slides on what the sample IS before any model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MEMORISE THIS SLIDE — every member will be asked something adjacent to it. The line: our sample is the 58,865 searches where consent was recorded and no other legal authority was. 10,386 consent-flagged searches carry one of those and are excluded; they hit at 28.7% against our 16.9%, so we report the gap both ways, -5.16pp pure and -4.60pp on all consent-flagged. We concede plain view should not have overridden consent — it is discretionary and its flag is set by what was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critical slide for Q&amp;A. If asked what is in the comparison group: arrest, warrant and inventory are the mechanical benchmark, 35,713 searches, gap +1.77pp, so the reversal is 6.9 points not 11. Probable cause and plain view are the other 47.6% and are NOT mechanical. Probable cause runs -15.90pp on 15,877 searches at a 49.6% base rate — three times our headline, same direction. The mechanism is supported twice; our original label was wrong and we fixed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matched design — it is the only fair three-way comparison, and it is why we cap the other two at 2,000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before being asked. On calibration all three arms have NEGATIVE skill. They do carry ranking information — PR-AUC beats its floor by 0.019 to 0.027 — which is why a top-K policy is conceivable at all. But we will not call any of them well calibrated.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it matters: 'which model is most accurate' is the wrong question on this data. The scorecard IS significantly worse than both, by about 0.018 AUC — that is the real, and small, price of interpretability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false-positive price is a policy judgement, not a data fact — we ship the sensitivity, we do not pick the number. At K=2,000 TabPFN finds 509 hits against 427 for random: 82 extra finds at the cost of 1,491 innocent searches.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app lets the jury click any test row and see the attribution for all three arms, labelled EXACT or APPROXIMATE. Offer to demo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XPER is Professor Pérignon's own method — use the name and say the decomposition is exact, not sampled. The headline is uncomfortable and should be: the model's predictive power IS mostly 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within-officer number, do not let him find it. It is the difference between a model that ranks stops and a model that ranks officers.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let anyone say 'the model is fair to Black drivers'. It is not selecting them, which is a different thing. The FPR gap is the share of INNOCENT drivers searched by race — the metric with a victim. We read it before AUC.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constructive result. Race carried the signal only because the model had nothing better; give it the officer's own behavioural history and race becomes redundant. Chi-square falls from 863 to 65, the TOST margin from 0.30 to 0.10.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FPDP is also Pérignon's method. The negative result IS the finding — it is what makes the recommendation about deployment rather than about feature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Volunteering the provenance gap costs a fraction of what being caught costs. grep TRULY takes four seconds and he will run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this cleanly and stop. It answers the brief's exact words: the recommendation reflects the requirements of a trustworthy AI system rather than predictive performance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Bring this up the moment anyone asks what 'non-consent' contains.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he asks which of the arms beats the intercept — this is the answer, and we put it up ourselves.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Chi-square on large n rejects almost anything, which is why we also report TOST: it inverts the burden and asks how much unfairness you would have to accept.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212848"/>
            <a:ext cx="1828800" cy="63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487168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Should a police force let a model</a:t>
            </a:r>
          </a:p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decide who gets searched?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C9C8D4"/>
                </a:solidFill>
                <a:latin typeface="Arial"/>
              </a:rPr>
              <a:t>Interpretability, stability and algorithmic fairness on 58,865 discretionary traffic-stop searches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8A8984"/>
                </a:solidFill>
                <a:latin typeface="Arial"/>
              </a:rPr>
              <a:t>Nashville Metropolitan PD, 2010–2018  ·  Stanford Open Policing Project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8A8984"/>
                </a:solidFill>
                <a:latin typeface="Arial"/>
              </a:rPr>
              <a:t>HEC Paris  ·  MSc Data Science &amp; AI for Business  ·  Prof. Christophe Pérignon  ·  28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THE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The client's decision, not 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108749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A police force has finite search capacity.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Roughly 2,000 discretionary searches in our test window. Which stops should get one?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The offer on the table: rank every stop by predicted probability of contraband, then search the top K.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That is a scoring model on a binary target — exactly what the brief asks for.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Three model families, four dimensions.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White box, machine learning, tabular foundation model — each judged on predictive performance (statistical AND economic), interpretability, stability and fairness.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5577840"/>
            <a:ext cx="10874959" cy="86868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577840"/>
            <a:ext cx="57150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669280"/>
            <a:ext cx="1047262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A2E"/>
                </a:solidFill>
                <a:latin typeface="Arial"/>
              </a:rPr>
              <a:t>Our answer: build all three, then recommend deploying none of them — and the reason is not that they score badly. It is what they are scoring.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Nashville, because the outcome is observed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37360"/>
            <a:ext cx="2567863" cy="137160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847088"/>
            <a:ext cx="2311831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Arial"/>
              </a:rPr>
              <a:t>3,078,116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traffic stops, 2010–2018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7399" y="1737360"/>
            <a:ext cx="2567863" cy="137160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55415" y="1847088"/>
            <a:ext cx="2311831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Arial"/>
              </a:rPr>
              <a:t>127,122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ended in a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430" y="1737360"/>
            <a:ext cx="2567863" cy="137160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6" y="1847088"/>
            <a:ext cx="2311831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Arial"/>
              </a:rPr>
              <a:t>58,865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consent searches — our sample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5461" y="1737360"/>
            <a:ext cx="2567863" cy="137160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3477" y="1847088"/>
            <a:ext cx="2311831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Arial"/>
              </a:rPr>
              <a:t>9,113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test searches, 2016+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364992"/>
            <a:ext cx="10874959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Stanford Open Policing Project — Pierson et al., Nature Human Behaviour 4 (2020).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Open Data Commons Attribution Licence. Cited in the repository, in the app and here.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Why Nashville: contraband_found is recorded for every search.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Most forces record that a search happened, not what it produced. No outcome, no target and no outcome test.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Temporal split at 2016 — train before, test after.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Not random: a random split leaks the future into the past through the same officer, the same shift and the same policy regime.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What we predict — and the trap underneath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108749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Y = 1 if contraband was found.   Ŷ = 1 if the model would search.   D = driver race.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Note the inversion against the course convention: here Y = 1 is the outcome that JUSTIFIES a search, so the favourable outcome for the individual is NOT being searched. We report every fairness metric under both codings.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Selective labels: we observe contraband only for stops an officer already chose to search.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Every model here is trained on the officers' own decisions. It learns to predict the result of a filter we cannot see through — not the underlying rate of contraband.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So the honest question is not “how accurate is it?”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It is: what does this score reproduce? That reframing drives the whole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5577840"/>
            <a:ext cx="10874959" cy="86868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577840"/>
            <a:ext cx="57150" cy="868680"/>
          </a:xfrm>
          <a:prstGeom prst="rect">
            <a:avLst/>
          </a:prstGeom>
          <a:solidFill>
            <a:srgbClr val="2C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669280"/>
            <a:ext cx="1047262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A2E"/>
                </a:solidFill>
                <a:latin typeface="Arial"/>
              </a:rPr>
              <a:t>A model trained on who officers chose to search can only ever be as fair as the choices it is imitating.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SCOPE — SAY THIS PRECISELY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Exactly which searches are in our sample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37360"/>
            <a:ext cx="3490874" cy="129844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847088"/>
            <a:ext cx="323484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Arial"/>
              </a:rPr>
              <a:t>69,251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flagged consent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0410" y="1737360"/>
            <a:ext cx="3490874" cy="129844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8426" y="1847088"/>
            <a:ext cx="323484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Arial"/>
              </a:rPr>
              <a:t>58,865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consent AND no other authority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2452" y="1737360"/>
            <a:ext cx="3490874" cy="129844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70468" y="1847088"/>
            <a:ext cx="323484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C0392B"/>
                </a:solidFill>
                <a:latin typeface="Arial"/>
              </a:rPr>
              <a:t>10,386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excluded — also carry arrest,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warrant, inventory or plain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91840"/>
            <a:ext cx="10874959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The 10,386 excluded searches are not neutral: they hit at 28.7% against 16.9% for the ones we keep, and 76% of them ended in arrest.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The exclusion is on the legal basis, not on the outcome — but that basis is outcome-correlated, so the purification is not free. We therefore report both.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577840"/>
            <a:ext cx="10874959" cy="86868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5577840"/>
            <a:ext cx="57150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669280"/>
            <a:ext cx="1047262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A2E"/>
                </a:solidFill>
                <a:latin typeface="Arial"/>
              </a:rPr>
              <a:t>Black−white hit-rate gap:   -5.16pp on the pure stratum   ·   -4.60pp on all 69,251 consent-flagged searches. Same sign, same conclusion.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The outcome test, by legal basis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ver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251" y="1737360"/>
            <a:ext cx="7591193" cy="3520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5577840"/>
            <a:ext cx="10874959" cy="86868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577840"/>
            <a:ext cx="57150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669280"/>
            <a:ext cx="1047262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A2E"/>
                </a:solidFill>
                <a:latin typeface="Arial"/>
              </a:rPr>
              <a:t>Consent -5.16pp and probable cause -15.90pp — the two bases needing the officer's judgement about THIS driver — are both negative. The mechanical bases sit at +1.77pp.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Three families, one matched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37360"/>
          <a:ext cx="10874956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8739"/>
                <a:gridCol w="2718739"/>
                <a:gridCol w="2718739"/>
                <a:gridCol w="2718739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White box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Machine learning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Tabular foundation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Logistic scorecard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TabPFN v2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Explanation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the coefficients ARE the model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TreeSHAP (exact)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occlusion (approximate)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Train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AUC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0.5329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0.5478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0.5529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Brier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0.1718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0.1824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0.1690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749040"/>
            <a:ext cx="108749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1A1A2E"/>
                </a:solidFill>
                <a:latin typeface="Arial"/>
              </a:rPr>
              <a:t>Test set: the same 9,113 searches from 2016 onward for every arm.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5577840"/>
            <a:ext cx="10874959" cy="86868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577840"/>
            <a:ext cx="57150" cy="868680"/>
          </a:xfrm>
          <a:prstGeom prst="rect">
            <a:avLst/>
          </a:prstGeom>
          <a:solidFill>
            <a:srgbClr val="2C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669280"/>
            <a:ext cx="1047262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A2E"/>
                </a:solidFill>
                <a:latin typeface="Arial"/>
              </a:rPr>
              <a:t>All three train on the identical 2,000 rows — TabPFN's context ceiling. Anything else compares training budgets, not model families.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PREDICTIVE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Measured against doing nothing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lo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392" y="1737360"/>
            <a:ext cx="9644910" cy="3611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5577840"/>
            <a:ext cx="10874959" cy="86868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577840"/>
            <a:ext cx="57150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669280"/>
            <a:ext cx="1047262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A2E"/>
                </a:solidFill>
                <a:latin typeface="Arial"/>
              </a:rPr>
              <a:t>Not one of the three beats the Brier floor of 0.1679 — the score you get by predicting the base rate 21.4% for every single driver.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Are the three actually different? No.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37360"/>
          <a:ext cx="10874956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6141"/>
                <a:gridCol w="1314555"/>
                <a:gridCol w="1314555"/>
                <a:gridCol w="1434060"/>
                <a:gridCol w="1195050"/>
                <a:gridCol w="2270595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Comparison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AUC a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AUC b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Δ AUC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Scorecard vs XGBoost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0.5329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0.5478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−0.0149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0.032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C0392B"/>
                          </a:solidFill>
                          <a:latin typeface="Arial"/>
                        </a:rPr>
                        <a:t>SIGNIFICANT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Scorecard vs TabPFN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0.5329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0.5529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−0.0200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&lt;0.001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C0392B"/>
                          </a:solidFill>
                          <a:latin typeface="Arial"/>
                        </a:rPr>
                        <a:t>SIGNIFICANT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XGBoost vs TabPFN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0.5478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0.5529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−0.0051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not significant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5577840"/>
            <a:ext cx="10874959" cy="86868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577840"/>
            <a:ext cx="57150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669280"/>
            <a:ext cx="1047262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A2E"/>
                </a:solidFill>
                <a:latin typeface="Arial"/>
              </a:rPr>
              <a:t>DeLong paired test on correlated AUCs, recomputed from the cached scores by scripts/run_significance.py. The two black boxes are statistically indistinguishable, so we do not rank them — any choice between them must be made on the other three dimensions.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ECONOMIC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What it would be worth to deploy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256" y="1737360"/>
            <a:ext cx="6765183" cy="37490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5577840"/>
            <a:ext cx="10874959" cy="86868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577840"/>
            <a:ext cx="57150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669280"/>
            <a:ext cx="1047262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A2E"/>
                </a:solidFill>
                <a:latin typeface="Arial"/>
              </a:rPr>
              <a:t>The best arm breaks even only while an innocent driver's search costs less than 0.341 of a justified one. Random ranking breaks even at 0.272 — the model buys 0.070 of headroom.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Three models, three grades of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37360"/>
          <a:ext cx="10874957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5931"/>
                <a:gridCol w="4191390"/>
                <a:gridCol w="1585931"/>
                <a:gridCol w="3511705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Arm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Local explanation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Exactness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What it costs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Scorecard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Shapley in closed form: coef × (x − E[x])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EXACT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nothing — it is algebra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TreeSHAP, native to the model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EXACT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nothing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TabPFN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occlusion against a background value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C0392B"/>
                          </a:solidFill>
                          <a:latin typeface="Arial"/>
                        </a:rPr>
                        <a:t>APPROXIMATE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C0392B"/>
                          </a:solidFill>
                          <a:latin typeface="Arial"/>
                        </a:rPr>
                        <a:t>ignores interactions; error cannot be bounded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127248"/>
            <a:ext cx="10874959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The foundation model has no native attribution at all.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Not a gap in our implementation — TabPFN exposes none. For a decision that must be justified to the person searched, an unbounded approximation is a real cost, not a technical footnote.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INTERPRETABILITY · XPER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Where the signal actually comes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x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394" y="1737360"/>
            <a:ext cx="9010907" cy="3886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5577840"/>
            <a:ext cx="10874959" cy="86868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577840"/>
            <a:ext cx="57150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669280"/>
            <a:ext cx="1047262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A2E"/>
                </a:solidFill>
                <a:latin typeface="Arial"/>
              </a:rPr>
              <a:t>Driver race alone accounts for 73.5% of everything the white-box model knows above chance. Exact decomposition over 1,024 coalitions; efficiency gap 3×10⁻¹⁷.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The score does not survive its own assumptions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37360"/>
            <a:ext cx="3490874" cy="129844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847088"/>
            <a:ext cx="323484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Arial"/>
              </a:rPr>
              <a:t>0.6403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pooled AUC, best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0410" y="1737360"/>
            <a:ext cx="3490874" cy="129844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8426" y="1847088"/>
            <a:ext cx="323484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Arial"/>
              </a:rPr>
              <a:t>0.5597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the same model, WITHIN officer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2452" y="1737360"/>
            <a:ext cx="3490874" cy="129844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70468" y="1847088"/>
            <a:ext cx="323484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C0392B"/>
                </a:solidFill>
                <a:latin typeface="Arial"/>
              </a:rPr>
              <a:t>~80%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of the gain is between officers,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not inside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91840"/>
            <a:ext cx="10874959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Leave-one-officer-out: the model largely learns WHICH OFFICER made the stop.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Deployed, it would rank a new officer's stops with almost no signal. The pooled number is the one you would quote; the within-officer number is the one you would live with.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Temporal split plus an officer-clustered bootstrap over 1,477 officers.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The officer block gains +0.072 AUC, CI [+0.052, +0.095] — the only performance claim in this project an order of magnitude clear of the noise.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IDENTIFY · FAIRNESS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The model fails independence — backwards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37360"/>
          <a:ext cx="10874958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9110"/>
                <a:gridCol w="3518369"/>
                <a:gridCol w="5437479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Result on the base model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Independence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Ŷ ⟂ D — statistical parity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FAILS: χ² = 863, selection gap -27.9pp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Separation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equal FPR / TPR across groups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FAILS: FPR gap -26.6pp — the harm metric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Sufficiency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equal hit rate at equal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closest to holding; calibration by race is in the 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5303520"/>
            <a:ext cx="10874959" cy="114300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303520"/>
            <a:ext cx="5715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394960"/>
            <a:ext cx="10472623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A2E"/>
                </a:solidFill>
                <a:latin typeface="Arial"/>
              </a:rPr>
              <a:t>Read the SIGN. The model searches Black drivers LESS than white drivers (-27.9pp) — it inverts real officer behaviour, having learned that consent searches of Black drivers find less. A disparity in the “favourable” direction is still a disparity, and it is still race doing the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MITIGATE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Give it the officer, and race stops mattering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airness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23" y="1737360"/>
            <a:ext cx="9823448" cy="3611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5577840"/>
            <a:ext cx="10874959" cy="86868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577840"/>
            <a:ext cx="57150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669280"/>
            <a:ext cx="1047262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A2E"/>
                </a:solidFill>
                <a:latin typeface="Arial"/>
              </a:rPr>
              <a:t>Removing race entirely costs 0.0056 AUC (p = 0.144, not significant) and takes the FPR gap from -16.4pp to -4.8pp. Going race-blind is statistically free.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MITIGATE · FPDP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But nothing in the data repairs parity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37360"/>
            <a:ext cx="3490874" cy="129844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847088"/>
            <a:ext cx="323484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Arial"/>
              </a:rPr>
              <a:t>0 of 32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features whose adjustment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restores statistical parity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0410" y="1737360"/>
            <a:ext cx="3490874" cy="129844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8426" y="1847088"/>
            <a:ext cx="323484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A1A2E"/>
                </a:solidFill>
                <a:latin typeface="Arial"/>
              </a:rPr>
              <a:t>65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χ² of the best model —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still rejects independence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2452" y="1737360"/>
            <a:ext cx="3490874" cy="129844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70468" y="1847088"/>
            <a:ext cx="323484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C0392B"/>
                </a:solidFill>
                <a:latin typeface="Arial"/>
              </a:rPr>
              <a:t>23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best single repair (off_consent_hit_rate_365d_shrunk),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Arial"/>
              </a:rPr>
              <a:t>still far above 3.84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91840"/>
            <a:ext cx="10874959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Fairness Partial Dependence Plots sweep every feature and ask: if we intervened on this one, would the disparity close?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No, for all 32. The disparity is not carried by any single removable column — it is spread across the feature set, which is what proxy discrimination looks like when you go looking for it.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This is why “just drop the sensitive feature” is not a fix.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We dropped race and the disparity persisted at −4.8pp. There is no column to delete.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What we are not claiming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108749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1A1A2E"/>
                </a:solidFill>
                <a:latin typeface="Arial"/>
              </a:rPr>
              <a:t>Selective labels. We never observe contraband for stops that were not searched.</a:t>
            </a:r>
          </a:p>
          <a:p>
            <a:pPr algn="l">
              <a:spcAft>
                <a:spcPts val="1300"/>
              </a:spcAft>
            </a:pPr>
            <a:r>
              <a:rPr sz="1200" b="0" i="0">
                <a:solidFill>
                  <a:srgbClr val="8A8984"/>
                </a:solidFill>
                <a:latin typeface="Arial"/>
              </a:rPr>
              <a:t>Every number here is conditional on an officer having already decided to search.</a:t>
            </a:r>
          </a:p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1A1A2E"/>
                </a:solidFill>
                <a:latin typeface="Arial"/>
              </a:rPr>
              <a:t>No validation set. Tree depth, context size, feature blocks and K were all chosen by reading the same 9,113-row test set that produces every reported number.</a:t>
            </a:r>
          </a:p>
          <a:p>
            <a:pPr algn="l">
              <a:spcAft>
                <a:spcPts val="1300"/>
              </a:spcAft>
            </a:pPr>
            <a:r>
              <a:rPr sz="1200" b="0" i="0">
                <a:solidFill>
                  <a:srgbClr val="8A8984"/>
                </a:solidFill>
                <a:latin typeface="Arial"/>
              </a:rPr>
              <a:t>Treat any AUC difference below 0.01 as inside the noise. Only the officer block (+0.072, p = 6.6e⁻²³) is clear of it.</a:t>
            </a:r>
          </a:p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1A1A2E"/>
                </a:solidFill>
                <a:latin typeface="Arial"/>
              </a:rPr>
              <a:t>Inframarginality. A hit-rate gap is not proof of a different threshold.</a:t>
            </a:r>
          </a:p>
          <a:p>
            <a:pPr algn="l">
              <a:spcAft>
                <a:spcPts val="1300"/>
              </a:spcAft>
            </a:pPr>
            <a:r>
              <a:rPr sz="1200" b="0" i="0">
                <a:solidFill>
                  <a:srgbClr val="8A8984"/>
                </a:solidFill>
                <a:latin typeface="Arial"/>
              </a:rPr>
              <a:t>The outcome test is suggestive, not dispositive; a full threshold test is the next step.</a:t>
            </a:r>
          </a:p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1A1A2E"/>
                </a:solidFill>
                <a:latin typeface="Arial"/>
              </a:rPr>
              <a:t>Provenance. The officer-model runs were done interactively and only their outputs were committed — the driver script is not in the repository.</a:t>
            </a:r>
          </a:p>
          <a:p>
            <a:pPr algn="l">
              <a:spcAft>
                <a:spcPts val="1300"/>
              </a:spcAft>
            </a:pPr>
            <a:r>
              <a:rPr sz="1200" b="0" i="0">
                <a:solidFill>
                  <a:srgbClr val="8A8984"/>
                </a:solidFill>
                <a:latin typeface="Arial"/>
              </a:rPr>
              <a:t>We say this before being asked. The reproducible path today is scripts_claude/evaluate_officer_models.py, which replicates the design and gives 0.6397.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Deploy none of the three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108749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Not because they score badly — because of what they score.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73% of the white box's signal is race. The best model's edge is mostly which officer made the stop. None of the three beats a constant prediction on calibration. Net benefit is negative at any defensible price for searching an innocent driver.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If a model must ship: the scorecard, race-blind, with officer behaviour features.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It costs 0.018 AUC against the black boxes — the only statistically significant performance difference we found — and buys an exact, auditable explanation for every individual decision. That is the trustworthy-AI trade the brief asks us to make.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2E"/>
                </a:solidFill>
                <a:latin typeface="Arial"/>
              </a:rPr>
              <a:t>The finding worth more than the model: the outcome test itself.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8A8984"/>
                </a:solidFill>
                <a:latin typeface="Arial"/>
              </a:rPr>
              <a:t>Consent -5.16pp, probable cause -15.90pp. Deploy that as an officer-level audit, not a driver-level score. It needs no model, it has a victim you can name, and it points at the decision that is actually going wrong.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5577840"/>
            <a:ext cx="10874959" cy="86868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577840"/>
            <a:ext cx="57150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669280"/>
            <a:ext cx="1047262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A2E"/>
                </a:solidFill>
                <a:latin typeface="Arial"/>
              </a:rPr>
              <a:t>A trustworthy system here is one that audits the officers, not one that ranks the drivers.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Backup · the comparison group, decomposed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37360"/>
          <a:ext cx="10874954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049"/>
                <a:gridCol w="1428024"/>
                <a:gridCol w="1537872"/>
                <a:gridCol w="1537872"/>
                <a:gridCol w="1537872"/>
                <a:gridCol w="1977265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Legal basis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white hit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Black hit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discretionary?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probable cause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15,877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61.21%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45.31%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C0392B"/>
                          </a:solidFill>
                          <a:latin typeface="Arial"/>
                        </a:rPr>
                        <a:t>-15.90pp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consent  (our sample)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58,836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20.84%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15.68%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C0392B"/>
                          </a:solidFill>
                          <a:latin typeface="Arial"/>
                        </a:rPr>
                        <a:t>-5.16pp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warrant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2,908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14.99%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14.50%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C0392B"/>
                          </a:solidFill>
                          <a:latin typeface="Arial"/>
                        </a:rPr>
                        <a:t>-0.50pp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arrest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31,358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19.42%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21.21%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+1.80pp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inventory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1,447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14.98%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23.44%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+8.47pp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plain view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16,634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5.91%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14.44%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+8.54pp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059936"/>
            <a:ext cx="108749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1A1A2E"/>
                </a:solidFill>
                <a:latin typeface="Arial"/>
              </a:rPr>
              <a:t>Mechanical (arrest + warrant + inventory): n = 35,713, gap +1.77pp.   Still discretionary (probable cause + plain view): n = 32,511, gap +11.17pp — 47.7% of the comparison group.   Pooled over everything: +0.82pp.   n is the count each gap is computed on: drivers recorded white, Black or Hispanic.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Backup · every arm against its no-skill floor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37360"/>
          <a:ext cx="10874957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326"/>
                <a:gridCol w="1570827"/>
                <a:gridCol w="1570827"/>
                <a:gridCol w="1812493"/>
                <a:gridCol w="1570827"/>
                <a:gridCol w="2416657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Arm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AUC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PR-AUC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vs PR floor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Brier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vs Brier floor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scorecard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0.5329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0.2324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+0.0189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0.1718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+0.0038  worse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gbm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0.5478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0.2392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+0.0257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0.1824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+0.0144  worse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tabpfn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0.5529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0.2409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+0.0273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0.1690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+0.0010  worse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127248"/>
            <a:ext cx="108749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1A1A2E"/>
                </a:solidFill>
                <a:latin typeface="Arial"/>
              </a:rPr>
              <a:t>Floors from a constant prediction at the test base rate 0.2135: Brier 0.1679, PR-AUC 0.2135.   At K = 2,000: TabPFN 509 hits against 427 for random ranking.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87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A1A2E"/>
                </a:solidFill>
                <a:latin typeface="Arial"/>
              </a:rPr>
              <a:t>Backup · the fairness ladder in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08176"/>
            <a:ext cx="1371600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37360"/>
          <a:ext cx="10874956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18"/>
                <a:gridCol w="828568"/>
                <a:gridCol w="1139281"/>
                <a:gridCol w="1553565"/>
                <a:gridCol w="1242852"/>
                <a:gridCol w="1242852"/>
                <a:gridCol w="932139"/>
                <a:gridCol w="1139281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cols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AUC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within-officer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sel gap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FPR gap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χ²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TOST δ*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base (no officer)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0.5733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0.5510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-27.9pp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-26.6pp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863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+ officer (id + behaviour)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0.6459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0.5657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-20.3pp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-16.4pp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0.22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+ officer race-blind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0.6428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-9.4pp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-6.0pp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A2E"/>
                          </a:solidFill>
                          <a:latin typeface="Arial"/>
                        </a:rPr>
                        <a:t>behaviour only no id, no race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0.6403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0.5597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-7.5pp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-4.8pp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Arial"/>
                        </a:rPr>
                        <a:t>0.10</a:t>
                      </a:r>
                    </a:p>
                  </a:txBody>
                  <a:tcPr anchor="ctr">
                    <a:solidFill>
                      <a:srgbClr val="F2F1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438144"/>
            <a:ext cx="108749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1A1A2E"/>
                </a:solidFill>
                <a:latin typeface="Arial"/>
              </a:rPr>
              <a:t>TOST δ* is the smallest equivalence margin at which the model could be certified fair. It falls from 0.30 to 0.10 — an improvement, and still a 10-point selection gap you would have to declare acceptable.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3737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A8984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